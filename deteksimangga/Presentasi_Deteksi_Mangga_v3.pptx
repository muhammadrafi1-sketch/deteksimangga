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SISTEM DETEKSI KEMATANGAN MANGGA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K-Means Clustering + Minimum Distance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Pengolahan Citra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01  Arsitektur &amp; Algoritma Sistem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02  Tools &amp; Library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03  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04  K-Means Segmentation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05  Ekstraksi Fitur RGB &amp; HSV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06  Minimum Distance Classifier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07  Demo — Perbandingan MATANG vs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08  Hasil &amp; Analisis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09  Kesimpulan &amp; Saran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01  ARSITEKTUR &amp; ALGORITMA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Pipeline sistem terdiri dari 4 tahap utama: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INPUT GAMBAR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PREPROCESSING &amp; SEGMENTASI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Resize (sisi terpanjang max 800px)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K-Means Clustering k=2 → pisahkan mangga dari background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Morphological ops (closing + opening) → bersihkan noise mask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EKSTRAKSI FITUR WARNA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RGB: mean Red, Green, Blue (0-255)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HSV: mean Hue, Saturation, Value (0-179, 0-255, 0-255)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Feature vector: [R, G, B, H, S, V] (6 dimensi)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KLASIFIKASI — Minimum Distance Classifier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Hitung jarak Euclidean ke centroid MATANG dan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Pilih kelas dengan jarak terkecil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Validasi dengan distance_threshold (149.91) &amp; confidence_threshold (60%)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02  TOOLS &amp;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Python 3.8+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OpenCV (cv2)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Membaca/menulis gambar (imread, imwrite)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Konversi color space BGR ↔ HSV (cvtColor)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Morphological operations (morphologyEx)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Resize, contour detection, drawing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scikit-learn (sklearn)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K-Means Clustering (KMeans)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NumPy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Array operations, mean, norm, masking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Tkinter + Pillow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GUI desktop + display gambar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03 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MATANG (13 gambar):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dengan kulit kuning/oranye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Tekstur lebih lunak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MENTAH (17 gambar):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dengan kulit hijau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Tekstur lebih keras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Format: JPEG (.jpg)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Sumber: Foto langsung dengan smartphone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Split data untuk testing akurasi: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70% Training → hitung centroid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30% Testing → ukur akurasi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Split per-kelas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Random seed = 42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Prasyarat gambar: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Objek mangga dominan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Background tidak terlalu kompleks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Pencahayaan cukup merata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04  K-MEANS SEGMENTATION (k=2)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Tujuan: Memisahkan pixel mangga dari pixel background secara otomatis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Cara Kerja: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1. Reshape gambar (H×W×3) → array 2D (N×3) → setiap pixel = 1 data point [B,G,R]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2. K-Means clustering → 2 kelompok pixel berdasarkan kemiripan warna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3. Identifikasi cluster mangga = cluster dengan rata-rata intensitas tertinggi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4. Buat binary mask: 255 untuk mangga, 0 untuk background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5. Operasi morfologi: Closing → Opening (kernel 5×5)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6. Upscale mask ke resolusi asli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Parameter: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k=2 | random_state=42 | n_init=10 | max_iter=300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Output: mask binary + masked image + clustered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05  EKSTRAKSI FITUR WARNA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RGB (Red, Green, Blue):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Rentang: 0-255 tiap channel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mean_R = sum(R[mask&gt;0]) / total_pixel_mangga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mean_G = sum(G[mask&gt;0]) / total_pixel_mangga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mean_B = sum(B[mask&gt;0]) / total_pixel_mangga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Gunakan untuk: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matang → Red tinggi, Green rendah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mentah → Red rendah, Green tinggi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HSV (Hue, Saturation, Value):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Hue: 0-179 (OpenCV scale)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0=Merah, 30=Kuning, 60=Hijau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Saturation: 0-255 (kepekatan)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Value: 0-255 (kecerahan)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Konversi: cv2.cvtColor(image, cv2.COLOR_BGR2HSV)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Gunakan untuk: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matang → Hue 30-50 (kuning-oranye)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Mangga mentah → Hue 60-120 (hijau)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06  MINIMUM DISTANCE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Metode: Pattern recognition geometri (BUKAN machine learning)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TRAINING PHASE (dijalankan sekali):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centroid_matang = mean([R,G,B,H,S,V] dari semua gambar matang)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centroid_mentah = mean([R,G,B,H,S,V] dari semua gambar mentah)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distance_threshold = mean(intra-class distances) + 2×std = 149.91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confidence_threshold = 60% (empiris)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CLASSIFICATION PHASE: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d_matang = sqrt((R-R_m)² + (G-G_m)² + (B-B_m)² + (H-H_m)² + (S-S_m)² + (V-V_m)²)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d_mentah = sqrt((R-R_mh)² + (G-G_mh)² + (B-B_mh)² + (H-H_mh)² + (S-S_mh)² + (V-V_mh)²)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DECISION: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IF d_matang &lt; d_mentah → MATANG, ELSE →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IF min_distance &gt; 149.91 → TIDAK YAKIN (outlier)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IF confidence &lt; 60% → TIDAK YAKIN (ambiguous)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07  DEMO — PERBANDINGAN MATANG vs MENTAH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54191040000" y="1371600"/>
            <a:ext cx="2926445760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Aspek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7862272000" y="1371600"/>
            <a:ext cx="20903184000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5406144000" y="1371600"/>
            <a:ext cx="20903184000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MENTAH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4191040000" y="182880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7862272000" y="182880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5406144000" y="182880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196.1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4191040000" y="224028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7862272000" y="224028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199.5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5406144000" y="224028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201.6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4191040000" y="265176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Blue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7862272000" y="265176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5406144000" y="265176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4191040000" y="306324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Hue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7862272000" y="306324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113.0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5406144000" y="306324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87.8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4191040000" y="347472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Saturation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7862272000" y="347472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5.1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5406144000" y="347472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8.8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4191040000" y="388620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7862272000" y="388620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202.8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5406144000" y="388620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202.6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4191040000" y="429768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Dist to MATANG centroid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7862272000" y="429768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24.79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5406144000" y="429768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25.51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54191040000" y="470916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Dist to MENTAH centroid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7862272000" y="470916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94.91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5406144000" y="470916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77.80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54191040000" y="512064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Confidence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7862272000" y="512064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79.3%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5406144000" y="512064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75.3%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54191040000" y="5532120"/>
            <a:ext cx="29264457600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7862272000" y="5532120"/>
            <a:ext cx="2090318400000" cy="4114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MATANG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5406144000" y="5532120"/>
            <a:ext cx="209031840000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MATANG*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Segoe UI"/>
              </a:defRPr>
            </a:pPr>
            <a:r>
              <a:t>* MENTAH sample terdeteksi sebagai MATANG karena Hue &gt; threshold (centroid lebih dekat ke MATANG)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08  ANALISIS 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Centroids dari training: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MATANG → [R=193, G=190, B=188, H=103, S=17, V=196]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MENTAH → [R=229, G=231, B=230, H=38, S=6, V=232]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Temuan: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Hue MATANG (103) &gt; Hue MENTAH (38) — signifikan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MATANG cenderung hue tinggi (kuning), MENTAH hue rendah (hijau)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Saturation MATANG (17) &gt; MENTAH (6) — warna matang lebih vivid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Red MATANG (193) &lt; MENTAH (229) — menarik, dataset mentah lebih terang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Sample test: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MATANG (1).jpg → MATANG (79.3%) — sesuai label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MENTAH (1).jpg → MATANG (75.3%) — perlu dicek (mungkin mangga sudah mulai matang)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Distance threshold = 149.91 → semua sample valid (jarak &lt;&lt; threshold)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Confidence threshold = 60% → semua sample confident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09  KESIMPULAN &amp; SARAN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KESIMPULAN: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  ✓ K-Means (k=2) berhasil memisahkan objek mangga dari background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  ✓ Fitur RGB + HSV 6 dimensi mampu membedakan tingkat kematangan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  ✓ Minimum Distance Classifier berfungsi dengan centroid dari dataset training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  ✓ GUI desktop mudah digunakan tanpa perlu pengetahuan teknis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100584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Segoe UI"/>
              </a:defRPr>
            </a:pPr>
            <a:r>
              <a:t>SARAN PENGEMBANGAN: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• Perbesar dataset (50+ per kelas) untuk centroid lebih representatif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• Tambah variasi: sudut pengambilan, pencahayaan, background berbeda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• Gunakan augmentasi data (rotasi, flip, brightness adjustment)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• Implementasi CNN / Transfer Learning untuk akurasi lebih tinggi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• Integrasi real-time video untuk sorting otomatis skala industri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Sistem Deteksi Kematangan Mangga</a:t>
            </a:r>
            <a:br/>
            <a:r>
              <a:t>K-Means Clustering + Ekstraksi Warna RGB/HSV</a:t>
            </a:r>
            <a:br/>
            <a:r>
              <a:t>+ Minimum Distance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Pertanyaan &amp; Diskusi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