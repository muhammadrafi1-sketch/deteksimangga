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SISTEM DETEKSI KEMATANGAN MANGGA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Segoe UI"/>
              </a:defRPr>
            </a:pPr>
            <a:r>
              <a:t>K-Means Clustering + Minimum Distance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33295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Segoe UI"/>
              </a:defRPr>
            </a:pPr>
            <a:r>
              <a:t>Pengolahan Citra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TOOLS &amp;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Bahasa Pemrograman: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Python 3.8+ — bahasa utama pengembangan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Library Utama: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OpenCV (cv2) — membaca, memproses, dan menampilkan gambar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scikit-learn — algoritma K-Means Clustering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NumPy — operasi array dan matriks (perhitungan statistik)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Tkinter — GUI desktop (bawaan Python)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Pillow (PIL) — konversi dan resize gambar untuk GUI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Tools Pendukung: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JSON — penyimpanan centroid dan konfigurasi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glob / pathlib — manajemen file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STRUKTUR PROYEK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leaf_identifier/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main.py               # Entry point aplikasi GUI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gui.py                # Tampilan desktop (Tkinter)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image_processor.py    # Segmentasi K-Means + ekstraksi fitur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classifier.py         # Minimum Distance Classifier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train_classifier.py   # Training centroid dari dataset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extract_features.py   # Ekstraksi fitur dataset ke tabel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inference.py          # Testing via terminal + OpenCV window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test_dataset.py       # Uji akurasi (70/30 split)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├── centroids.json        # Hasil training centroid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└── dataset/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    ├── matang/         # 13 gambar mangga matang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    └── mentah/         # 17 gambar mangga mentah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centroids.json  ←  Dataset  ←  leaf_identifier/  →  Eksekusi (GUI/Terminal)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Dua kelas kematangan: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MATANG  → 13 gambar (mangga kuning/oranye)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MENTAH  → 17 gambar (mangga hijau)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Format: JPEG (.jpg)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Sumber: Foto langsung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Prasyarat gambar: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Objek mangga dominan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Background sederhana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Pencahayaan cukup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Split data (testing akurasi):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70% Training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30% Testing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Split per-kelas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Random seed = 42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Metrik evaluasi: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Accuracy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Precision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Recall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ALGORITMA UTAMA 1 — K-MEANS CLUSTERING (k=2)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Tujuan: Memisahkan objek mangga dari background secara otomatis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Cara kerja: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1. Reshape gambar → array 2D (jumlah_pixel × 3) — setiap baris = 1 pixel [B,G,R]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2. Jalankan K-Means dengan k=2 → 2 cluster (mangga vs background)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3. Pilih cluster dengan intensitas rata-rata tertinggi sebagai 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4. Buat binary mask (255 = mangga, 0 = background)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5. Operasi morfologi: Closing + Opening (kernel 5×5) — bersihkan noise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6. Upscale mask kembali ke resolusi original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Parameter K-Means: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n_clusters=2 | random_state=42 | n_init=10 | max_iter=300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ALGORITMA UTAMA 2 — EKSTRAKSI FITUR WARNA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Hanya pixel dalam mask (area mangga) yang digunakan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FITUR RGB (Red, Green, Blue):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Rentang: 0-255 per channel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mean_red   = rata-rata channel Red dari pixel 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mean_green = rata-rata channel Green dari pixel 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mean_blue  = rata-rata channel Blue dari pixel mangga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FITUR HSV (Hue, Saturation, Value):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Konversi BGR → HSV (OpenCV)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Hue: 0-179 — warna dasar (0=Merah, 30=Kuning, 60=Hijau)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Mangga matang → Hue ~30-50 (kuning-oranye)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  Mangga mentah → Hue ~60-120 (hijau)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Saturation: 0-255 — intensitas warna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Value: 0-255 — kecerahan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Feature Vector: 6 dimensi [R, G, B, H, S, V]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ALGORITMA UTAMA 3 — MINIMUM DISTANCE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Metode pattern recognition geometri (BUKAN machine learning)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TRAINING PHASE (sekali, sebelum pakai aplikasi):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centroid_matang = rata-rata [R,G,B,H,S,V] dari semua gambar MATANG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centroid_mentah = rata-rata [R,G,B,H,S,V] dari semua gambar MENTAH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distance_threshold = mean(intra-class) + 2×std (cover ~95% data)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confidence_threshold = 60% (empiris)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Disimpan ke centroids.json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CLASSIFICATION PHASE: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Input: feature vector [R,G,B,H,S,V] dari satu gambar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d_matang = sqrt((R-R_m)² + (G-G_m)² + (B-B_m)² + (H-H_m)² + (S-S_m)² + (V-V_m)²)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d_mentah = sqrt((R-R_mh)² + (G-G_mh)² + (B-B_mh)² + (H-H_mh)² + (S-S_mh)² + (V-V_mh)²)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IF d_matang &lt; d_mentah → MATANG, ELSE → MENTAH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• IF min_distance &gt; threshold → TIDAK YAKIN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HASIL TRAINING — CENTROIDS &amp;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8288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13716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13716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371600"/>
            <a:ext cx="13716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71600"/>
            <a:ext cx="13716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18288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Saturation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371600"/>
            <a:ext cx="155448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74519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MATANG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874519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193.12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874519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190.48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874519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187.83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874519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102.88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74519"/>
            <a:ext cx="18288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16.53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874519"/>
            <a:ext cx="155448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195.70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377439"/>
            <a:ext cx="18288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MENTAH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377439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228.82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377439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231.25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377439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229.57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377439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38.46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77439"/>
            <a:ext cx="18288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6.32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377439"/>
            <a:ext cx="155448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232.03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Segoe UI"/>
              </a:defRPr>
            </a:pPr>
            <a:r>
              <a:t>distance_threshold = 149.91     |     confidence_threshold = 60.0%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Insight: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Hue MATANG (102.88) &gt; Hue MENTAH (38.46) → matang kuning-oranye, mentah hijau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Saturation MATANG (16.53) &gt; MENTAH (6.32) → warna matang lebih vivid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Value relatif sama (~200-230) → kecerahan dataset cukup seragam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CARA MENJALANKAN PROYEK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PERSIAPAN (sekali):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pip install opencv-python numpy scikit-learn Pillow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LANGKAH 1 — Training Classifier: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python -m leaf_identifier.train_classifier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→ Menghitung centroid dari dataset → centroids.json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LANGKAH 2 — Jalankan Aplikasi: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python -m leaf_identifier.main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→ GUI desktop (upload gambar → deteksi otomatis)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ALTERNATIF — Terminal: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python -m leaf_identifier.inference &lt;path_gambar&gt;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→ Tampilkan 3 window OpenCV (Original / Mask / Result)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EKSTRAKSI FITUR (opsional, untuk analisis):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python -m leaf_identifier.extract_features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Segoe UI"/>
              </a:defRPr>
            </a:pPr>
            <a:r>
              <a:t>  → Tabel terminal RGB + HSV semua gambar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33295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Segoe UI"/>
              </a:defRPr>
            </a:pPr>
            <a:r>
              <a:t>Sistem Deteksi Kematangan Mangga</a:t>
            </a:r>
            <a:br/>
            <a:r>
              <a:t>Menggunakan K-Means Clustering, Ekstraksi Warna RGB/HSV,</a:t>
            </a:r>
            <a:br/>
            <a:r>
              <a:t>dan Minimum Distance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Segoe UI"/>
              </a:defRPr>
            </a:pPr>
            <a:r>
              <a:t>Pertanyaan &amp; Diskusi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